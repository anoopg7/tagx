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 varScale="1">
        <p:scale>
          <a:sx n="112" d="100"/>
          <a:sy n="112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TagX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A5D6A7"/>
                </a:solidFill>
                <a:latin typeface="Calibri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6C9"/>
                </a:solidFill>
                <a:latin typeface="Calibri"/>
              </a:defRPr>
            </a:pPr>
            <a:r>
              <a:t>India's Smart Tracking Tag — Hardware + Subscription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C784"/>
                </a:solidFill>
                <a:latin typeface="Calibri"/>
              </a:defRPr>
            </a:pPr>
            <a:r>
              <a:rPr dirty="0"/>
              <a:t>Mumbai, India  |  2026–2030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Customer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B2C — Indian Consumers (Mass Market)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Individuals tracking keys, wallets, bags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Families tracking pets, children, luggage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Vehicle owners (two-wheeler, car)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Age 18–45, urban &amp; semi-urban India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B2B — Indian Enterprises (Niche)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Small fleet operators (10–200 vehicles)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Logistics &amp; delivery companies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Construction equipment tracking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Cold chain / pharmaceutical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Segment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Primary Segments (Y1–Y2 Focus):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Early adopters: tech-savvy urban Indians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Pilot enterprises: 2–8 fleet units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Secondary Segments (Y3+):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Mass retail via Amazon/online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Mid-size fleets (30–250 units)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Key Insight: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B2C drives volume; B2B drives unit economics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and sticky SaaS revenue. Dual-segment strategy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de-risks the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What We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For B2C Customers: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Affordable: ₹3,000–₹4,500 vs AirTag ₹5,000+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India-first: Local support, Indian maps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AI-powered: Smart alerts, geofencing,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location history with AI Pro (₹999/yr)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Family Plan (₹599/yr): Multi-device tracking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for the whole household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Long battery life, water-resistant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For B2B Customers: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Fleet tracking at 40–60% lower cost than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incumbents (₹4,999–₹5,999/unit)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Why TagX?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SaaS console with real-time dashboards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NB-IoT/LTE-M cellular connectivity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Enterprise Hub + API for custom integration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Key Differentiators: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Cost advantage: 25–50% below global brands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Made for India: Built for Indian conditions,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roads, and temperatures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Dual-revenue model: Hardware + Subscription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creates higher LTV than one-time sale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Privacy-first: India-hosted data, compliant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with local regulations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Problem Solved: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"Indians lose things daily — keys, wallets,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bags, vehicles. No affordable, India-ready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tracking solution exists."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Reaching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Marketing Channels: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Instagram &amp; YouTube — demo videos,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influencer unboxings (B2C focus)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Google Ads &amp; Facebook Ads —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targeted acquisition (₹1L Y1 → ₹20L Y5)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LinkedIn &amp; industry events — B2B lead gen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Referral program — users refer friends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Sales Channels: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D2C website (Shopify/own store) — Y1–Y2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Amazon India marketplace — scaling Y3+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B2B direct sales team — from Y2 onwards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Marketing → Sale →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Enterprise pilots → eval → multi-year contract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Delivery Channels: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Mobile app (iOS + Android) — primary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customer interface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Web dashboard — for B2B fleet management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Logistics partner — pan-India shipping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Cloud platform (AWS/GCP) — real-time data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Channel Strategy: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Y1–Y2: Direct (website + founder-led sales)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Y3+: Marketplace + B2B team + retail expansion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Budget: ₹1L (Y1) → ₹20L (Y5)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Customer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How We 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B2C Relationships: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Self-service app — setup, tracking,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subscription management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In-app notifications &amp; alerts — automated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Email + chat support — ₹24K→₹8L/yr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Social media community — Instagram,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WhatsApp groups for user tips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Referral rewards — word-of-mouth growth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B2B Relationships: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Dedicated account manager — from Y3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Onboarding &amp; training — enterprise pilots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Quarterly business reviews — fleet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Retention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8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API documentation &amp; developer support</a:t>
            </a:r>
            <a:endParaRPr lang="en-US"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Retention Strategy: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Subscription lock-in: Family &amp; AI Pro plans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create recurring engagement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Cloud sync: All data persists even if tag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is lost — user stays in ecosystem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Regular firmware updates — OTA improvements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Support Scaling: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Y1: Founders handle all support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Y2: Part-time support hire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Y3+: Dedicated team (₹1.8L→₹8L/yr)</a:t>
            </a:r>
            <a:endParaRPr lang="en-US"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Goal: &lt; 24hr response time, &gt; 4.5★ app rating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How We Make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Hardware Sales (60–75% of revenue):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B2C Tags: ₹2,699–₹3,999/unit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250 → 10,000 units over 5 years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B2B Fleet: ₹4,999–₹5,999/unit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5 → 200 enterprise units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Enterprise Hub: ₹14,999/unit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Accessories (straps, mounts): ~3–5% of tag rev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Subscription Revenue (15–25% of revenue):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Family Plan: ₹599–₹999/yr, 15–45% attach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AI Pro Plan: ₹999–₹1,500/yr, 15–40% attach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AI inference cost: ₹100/user/yr → high margin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B2B SaaS: ₹499–₹999/mo per subscriber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Revenue Mix (Y5)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Service Revenue (5–10% of revenue):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Cellular data: ₹60–₹75/</a:t>
            </a:r>
            <a:r>
              <a:rPr dirty="0" err="1"/>
              <a:t>mo</a:t>
            </a:r>
            <a:r>
              <a:rPr dirty="0"/>
              <a:t> per device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API subscriptions: ₹24,999/yr per enterprise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White-label/OEM: ₹1L→₹15L by Y5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Revenue Breakdown (Y5 Est.):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B2C Hardware:      ~₹4.0Cr  (70%)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Subscriptions:      ~₹1.05Cr (18%)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B2B:                ~₹0.43Cr (8%)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Accessories:        ~₹0.20Cr (4%)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Total:             ~₹5.68Cr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Key Metric: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~3.0× YoY revenue growth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₹8.3L (Y1) → ₹5.68Cr (Y5)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Key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Assets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Physical: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Office/co-working (Y1–Y2: WFH, Y3+ office)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Test equipment &amp; prototype lab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Inventory warehouse (from Y3)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Intellectual: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Hardware design (PCB, firmware, antenna)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Mobile app (iOS + Android)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Cloud platform &amp; tracking algorithms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Brand — </a:t>
            </a:r>
            <a:r>
              <a:rPr dirty="0" err="1"/>
              <a:t>TagX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BIS certification (mandatory for India)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Patents (filing in Y1, ₹1.5L)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Human: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2 founders (Y1) → 15 (Y5)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Hardware engineers, firmware </a:t>
            </a:r>
            <a:r>
              <a:rPr dirty="0" err="1"/>
              <a:t>devs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Full-stack developers (app + cloud)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Investment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Financial: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Seed funding: ~₹42L (₹30L </a:t>
            </a:r>
            <a:r>
              <a:rPr dirty="0" err="1"/>
              <a:t>CapEx</a:t>
            </a:r>
            <a:r>
              <a:rPr dirty="0"/>
              <a:t> +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Y1–Y2 deficits + 10% contingency)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Revenue reinvestment from Y3+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Partner Resources: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China EMS manufacturing line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Cloud infrastructure (AWS/GCP)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IoT SIM/MVNO partnership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Resource Investment (Y1):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Hardware R&amp;D: ₹12L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Tooling &amp; molds: ₹10L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App &amp; platform: ₹6L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BIS certification: ₹5L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Office &amp; equipment: ₹2.5L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Legal &amp; IP: ₹1.5L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Key Activities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What We Do Daily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8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Product R&amp;D (Y1 Priority):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PCB design &amp; antenna tuning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Firmware development (BLE + GPS + NB-IoT)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Mobile app (React Native, iOS + Android)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Cloud backend (real-time tracking API)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Prototyping → pilot run → mass production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Budget: ₹1L→₹3L/yr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Supply Chain &amp; Manufacturing: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China EMS partner selection &amp; </a:t>
            </a:r>
            <a:r>
              <a:rPr dirty="0" err="1"/>
              <a:t>mgmt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Component sourcing (GPS, BLE, battery)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Quality control &amp; BIS compliance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Inventory planning &amp; logistics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Marketing &amp; Sales: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B2C: Digital ads, content, influencer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Activity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03520" cy="458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Platform Operations: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Cloud uptime &amp; scalability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OTA firmware updates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Security &amp; data privacy compliance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Budget: ₹30K→₹10L/yr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Customer Support: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App-based ticketing system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Email + phone support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Self-service knowledge base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Budget: ₹24K→₹8L/yr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Activity Focus by Year: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Y1: R&amp;D + certification + pilot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Y2: Production scale + B2C marketing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Y3+: B2B expansion + platform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Key Partnerships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Who We Work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Manufacturing &amp; Supply Chain: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China EMS partner — PCB assembly,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final product assembly, quality control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Component suppliers: GPS modules,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BLE chips, batteries, enclosures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BIS certification labs — mandatory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India electronics certification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Technology Partners: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Cloud: AWS or GCP — scalable hosting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IoT connectivity: 1NCE / Hologram —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global NB-IoT/LTE-M MVNO at bulk rates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AI inference: Groq API — low-cost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AI at ₹100/user/yr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Why These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Go-to-Market Partners: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Amazon India — primary e-commerce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channel from Y3 onwards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Influencers &amp; tech reviewers —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B2C awareness at low cost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Fleet management software companies —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B2B referral partnerships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Strategic Value: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Partnerships reduce capital needs: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EMS partner eliminates factory investment,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MVNO eliminates cellular infra build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Partnerships add credibility: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AWS/Azure, BIS, Amazon — trust signals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Partnerships accelerate growth: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Influencer reach, B2B referrals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Variable Costs (COGS):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BOM per B2C tag: ₹750→₹600 (China-sourced)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Assembly: ₹80→₹60 per tag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BOM per B2B unit: ₹1,000→₹800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Cellular data: ₹15→₹12/dev/month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Manufacturing overhead: 5–6% of COGS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Total COGS (Y5): ~₹72L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Fixed Costs (OpEx):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Team salaries: ₹1.8L→₹96L/yr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  (founder stipend Y1 → market hires Y3+)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Marketing: ₹1L→₹20L/yr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• Cloud infrastructure: ₹30K→₹10L/yr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  <a:latin typeface="Calibri"/>
              </a:defRPr>
            </a:pPr>
            <a:r>
              <a:t>Cost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AI inference: ₹100/premium user/yr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R&amp;D/prototyping: ₹1L→₹3L/yr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B2B sales: ₹0→₹8L/yr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Office: ₹0→₹4.8L/yr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Capital Expenditure: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Initial </a:t>
            </a:r>
            <a:r>
              <a:rPr dirty="0" err="1"/>
              <a:t>CapEx</a:t>
            </a:r>
            <a:r>
              <a:rPr dirty="0"/>
              <a:t>: ₹30L (R&amp;D, tooling,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certification, app, equipment, IP)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Annual </a:t>
            </a:r>
            <a:r>
              <a:rPr dirty="0" err="1"/>
              <a:t>CapEx</a:t>
            </a:r>
            <a:r>
              <a:rPr dirty="0"/>
              <a:t>: ₹2L→₹8L/yr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Depreciation: WDV 15% (hardware) +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  SLM 3yr (software) + 5yr amortization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● Cost Ratios (Y5):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COGS as % of Rev: ~10% (scale benefit)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</a:t>
            </a:r>
            <a:r>
              <a:rPr dirty="0" err="1"/>
              <a:t>OpEx</a:t>
            </a:r>
            <a:r>
              <a:rPr dirty="0"/>
              <a:t> as % of Rev: ~24%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Gross Margin: ~90%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EBITDA Margin: ~66%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TagX —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6C9"/>
                </a:solidFill>
                <a:latin typeface="Calibri"/>
              </a:defRPr>
            </a:pPr>
            <a:r>
              <a:t>Y1    250 tags  |  ₹8.3L revenue  |  Founders only</a:t>
            </a:r>
            <a:br/>
            <a:r>
              <a:t>Y2    500 tags  |  ₹21.0L revenue  |  First hires</a:t>
            </a:r>
            <a:br/>
            <a:r>
              <a:t>Y3    1,300 tags  |  ₹65.3L revenue  |  Product-market fit</a:t>
            </a:r>
            <a:br/>
            <a:r>
              <a:t>Y4    3,000 tags  |  ₹1.78Cr revenue  |  BREAK-EVEN ✓</a:t>
            </a:r>
            <a:br/>
            <a:r>
              <a:t>Y5    10,000 tags  |  ₹5.68Cr revenue  |  Scaling</a:t>
            </a:r>
            <a:br/>
            <a:br/>
            <a:r>
              <a:t>Funding Required: ~₹40L  |  Cumulative Profit (Y5): ₹2.7Cr</a:t>
            </a:r>
            <a:br/>
            <a:r>
              <a:t>India GPS Tracker Market (2024): ₹1,214Cr  |  </a:t>
            </a:r>
            <a:r>
              <a:rPr dirty="0" err="1"/>
              <a:t>TagX</a:t>
            </a:r>
            <a:r>
              <a:rPr dirty="0"/>
              <a:t> Y5 Share: ~0.3%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C784"/>
                </a:solidFill>
                <a:latin typeface="Calibri"/>
              </a:defRPr>
            </a:pPr>
            <a:r>
              <a:rPr dirty="0"/>
              <a:t>Built for India  |  Hardware + Subscription  |  B2C + B2B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2122</Words>
  <Application>Microsoft Macintosh PowerPoint</Application>
  <PresentationFormat>Widescreen</PresentationFormat>
  <Paragraphs>279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Anoop Gupta</cp:lastModifiedBy>
  <cp:revision>5</cp:revision>
  <dcterms:created xsi:type="dcterms:W3CDTF">2013-01-27T09:14:16Z</dcterms:created>
  <dcterms:modified xsi:type="dcterms:W3CDTF">2026-06-16T12:42:04Z</dcterms:modified>
  <cp:category/>
</cp:coreProperties>
</file>